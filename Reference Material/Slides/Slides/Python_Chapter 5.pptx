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embeddedFontLst>
    <p:embeddedFont>
      <p:font typeface="Nunito" panose="020B0604020202020204" charset="0"/>
      <p:regular r:id="rId17"/>
      <p:bold r:id="rId18"/>
      <p:italic r:id="rId19"/>
      <p:boldItalic r:id="rId20"/>
    </p:embeddedFont>
    <p:embeddedFont>
      <p:font typeface="Playfair Display" panose="020B0604020202020204" charset="0"/>
      <p:regular r:id="rId21"/>
      <p:bold r:id="rId22"/>
      <p:italic r:id="rId23"/>
      <p:boldItalic r:id="rId24"/>
    </p:embeddedFont>
    <p:embeddedFont>
      <p:font typeface="Roboto" panose="020B0604020202020204"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7" d="100"/>
          <a:sy n="117" d="100"/>
        </p:scale>
        <p:origin x="466" y="101"/>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24e240d586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24e240d586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24e240d586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24e240d586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24e240d58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24e240d586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24e240d586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24e240d586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24e240d586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24e240d586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24e240d586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24e240d586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24e240d586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24e240d586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24e240d586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24e240d586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24e240d586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24e240d586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24e240d586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24e240d586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24ce2bbc8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24ce2bbc8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 name="Google Shape;151;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 name="Google Shape;16;p2"/>
          <p:cNvSpPr txBox="1">
            <a:spLocks noGrp="1"/>
          </p:cNvSpPr>
          <p:nvPr>
            <p:ph type="ctrTitle"/>
          </p:nvPr>
        </p:nvSpPr>
        <p:spPr>
          <a:xfrm>
            <a:off x="598100" y="1775222"/>
            <a:ext cx="8222100" cy="838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grpSp>
        <p:nvGrpSpPr>
          <p:cNvPr id="20" name="Google Shape;20;p3"/>
          <p:cNvGrpSpPr/>
          <p:nvPr/>
        </p:nvGrpSpPr>
        <p:grpSpPr>
          <a:xfrm>
            <a:off x="0" y="3903669"/>
            <a:ext cx="9144000" cy="1239925"/>
            <a:chOff x="0" y="3903669"/>
            <a:chExt cx="9144000" cy="1239925"/>
          </a:xfrm>
        </p:grpSpPr>
        <p:sp>
          <p:nvSpPr>
            <p:cNvPr id="21" name="Google Shape;21;p3"/>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3"/>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3"/>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3"/>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6" name="Google Shape;26;p3"/>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7" name="Google Shape;27;p3"/>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8" name="Google Shape;28;p3"/>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4"/>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31" name="Google Shape;31;p4"/>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2"/>
        <p:cNvGrpSpPr/>
        <p:nvPr/>
      </p:nvGrpSpPr>
      <p:grpSpPr>
        <a:xfrm>
          <a:off x="0" y="0"/>
          <a:ext cx="0" cy="0"/>
          <a:chOff x="0" y="0"/>
          <a:chExt cx="0" cy="0"/>
        </a:xfrm>
      </p:grpSpPr>
      <p:sp>
        <p:nvSpPr>
          <p:cNvPr id="33" name="Google Shape;33;p5"/>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34"/>
        <p:cNvGrpSpPr/>
        <p:nvPr/>
      </p:nvGrpSpPr>
      <p:grpSpPr>
        <a:xfrm>
          <a:off x="0" y="0"/>
          <a:ext cx="0" cy="0"/>
          <a:chOff x="0" y="0"/>
          <a:chExt cx="0" cy="0"/>
        </a:xfrm>
      </p:grpSpPr>
      <p:grpSp>
        <p:nvGrpSpPr>
          <p:cNvPr id="35" name="Google Shape;35;p6"/>
          <p:cNvGrpSpPr/>
          <p:nvPr/>
        </p:nvGrpSpPr>
        <p:grpSpPr>
          <a:xfrm>
            <a:off x="6098378" y="5"/>
            <a:ext cx="3045625" cy="2030570"/>
            <a:chOff x="6098378" y="5"/>
            <a:chExt cx="3045625" cy="2030570"/>
          </a:xfrm>
        </p:grpSpPr>
        <p:sp>
          <p:nvSpPr>
            <p:cNvPr id="36" name="Google Shape;36;p6"/>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6"/>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 name="Google Shape;38;p6"/>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6"/>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6"/>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1" name="Google Shape;41;p6"/>
          <p:cNvSpPr txBox="1">
            <a:spLocks noGrp="1"/>
          </p:cNvSpPr>
          <p:nvPr>
            <p:ph type="title"/>
          </p:nvPr>
        </p:nvSpPr>
        <p:spPr>
          <a:xfrm>
            <a:off x="598100" y="2152347"/>
            <a:ext cx="8222100" cy="838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42" name="Google Shape;42;p6"/>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45" name="Google Shape;45;p7"/>
          <p:cNvSpPr txBox="1">
            <a:spLocks noGrp="1"/>
          </p:cNvSpPr>
          <p:nvPr>
            <p:ph type="body" idx="1"/>
          </p:nvPr>
        </p:nvSpPr>
        <p:spPr>
          <a:xfrm>
            <a:off x="3117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6" name="Google Shape;46;p7"/>
          <p:cNvSpPr txBox="1">
            <a:spLocks noGrp="1"/>
          </p:cNvSpPr>
          <p:nvPr>
            <p:ph type="body" idx="2"/>
          </p:nvPr>
        </p:nvSpPr>
        <p:spPr>
          <a:xfrm>
            <a:off x="48324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7" name="Google Shape;47;p7"/>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8"/>
        <p:cNvGrpSpPr/>
        <p:nvPr/>
      </p:nvGrpSpPr>
      <p:grpSpPr>
        <a:xfrm>
          <a:off x="0" y="0"/>
          <a:ext cx="0" cy="0"/>
          <a:chOff x="0" y="0"/>
          <a:chExt cx="0" cy="0"/>
        </a:xfrm>
      </p:grpSpPr>
      <p:sp>
        <p:nvSpPr>
          <p:cNvPr id="49" name="Google Shape;49;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50" name="Google Shape;50;p8"/>
          <p:cNvSpPr txBox="1">
            <a:spLocks noGrp="1"/>
          </p:cNvSpPr>
          <p:nvPr>
            <p:ph type="body" idx="1"/>
          </p:nvPr>
        </p:nvSpPr>
        <p:spPr>
          <a:xfrm>
            <a:off x="311700" y="1465804"/>
            <a:ext cx="2808000" cy="31032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51" name="Google Shape;51;p8"/>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2"/>
        <p:cNvGrpSpPr/>
        <p:nvPr/>
      </p:nvGrpSpPr>
      <p:grpSpPr>
        <a:xfrm>
          <a:off x="0" y="0"/>
          <a:ext cx="0" cy="0"/>
          <a:chOff x="0" y="0"/>
          <a:chExt cx="0" cy="0"/>
        </a:xfrm>
      </p:grpSpPr>
      <p:grpSp>
        <p:nvGrpSpPr>
          <p:cNvPr id="53" name="Google Shape;53;p9"/>
          <p:cNvGrpSpPr/>
          <p:nvPr/>
        </p:nvGrpSpPr>
        <p:grpSpPr>
          <a:xfrm>
            <a:off x="6098378" y="5"/>
            <a:ext cx="3045625" cy="2030570"/>
            <a:chOff x="6098378" y="5"/>
            <a:chExt cx="3045625" cy="2030570"/>
          </a:xfrm>
        </p:grpSpPr>
        <p:sp>
          <p:nvSpPr>
            <p:cNvPr id="54" name="Google Shape;54;p9"/>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9"/>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9"/>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9"/>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9"/>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9"/>
          <p:cNvSpPr txBox="1">
            <a:spLocks noGrp="1"/>
          </p:cNvSpPr>
          <p:nvPr>
            <p:ph type="title"/>
          </p:nvPr>
        </p:nvSpPr>
        <p:spPr>
          <a:xfrm>
            <a:off x="490250" y="526350"/>
            <a:ext cx="56187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a:endParaRPr/>
          </a:p>
        </p:txBody>
      </p:sp>
      <p:sp>
        <p:nvSpPr>
          <p:cNvPr id="60" name="Google Shape;60;p9"/>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10"/>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3" name="Google Shape;63;p10"/>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4" name="Google Shape;64;p10"/>
          <p:cNvSpPr txBox="1">
            <a:spLocks noGrp="1"/>
          </p:cNvSpPr>
          <p:nvPr>
            <p:ph type="title"/>
          </p:nvPr>
        </p:nvSpPr>
        <p:spPr>
          <a:xfrm>
            <a:off x="265500" y="1151100"/>
            <a:ext cx="4045200" cy="1564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65" name="Google Shape;65;p10"/>
          <p:cNvSpPr txBox="1">
            <a:spLocks noGrp="1"/>
          </p:cNvSpPr>
          <p:nvPr>
            <p:ph type="subTitle" idx="1"/>
          </p:nvPr>
        </p:nvSpPr>
        <p:spPr>
          <a:xfrm>
            <a:off x="265500" y="2769001"/>
            <a:ext cx="4045200" cy="1269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6" name="Google Shape;66;p10"/>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0"/>
              </a:spcBef>
              <a:spcAft>
                <a:spcPts val="0"/>
              </a:spcAft>
              <a:buClr>
                <a:schemeClr val="lt1"/>
              </a:buClr>
              <a:buSzPts val="1400"/>
              <a:buChar char="○"/>
              <a:defRPr>
                <a:solidFill>
                  <a:schemeClr val="lt1"/>
                </a:solidFill>
              </a:defRPr>
            </a:lvl2pPr>
            <a:lvl3pPr marL="1371600" lvl="2" indent="-317500" algn="l">
              <a:lnSpc>
                <a:spcPct val="115000"/>
              </a:lnSpc>
              <a:spcBef>
                <a:spcPts val="0"/>
              </a:spcBef>
              <a:spcAft>
                <a:spcPts val="0"/>
              </a:spcAft>
              <a:buClr>
                <a:schemeClr val="lt1"/>
              </a:buClr>
              <a:buSzPts val="1400"/>
              <a:buChar char="■"/>
              <a:defRPr>
                <a:solidFill>
                  <a:schemeClr val="lt1"/>
                </a:solidFill>
              </a:defRPr>
            </a:lvl3pPr>
            <a:lvl4pPr marL="1828800" lvl="3" indent="-317500" algn="l">
              <a:lnSpc>
                <a:spcPct val="115000"/>
              </a:lnSpc>
              <a:spcBef>
                <a:spcPts val="0"/>
              </a:spcBef>
              <a:spcAft>
                <a:spcPts val="0"/>
              </a:spcAft>
              <a:buClr>
                <a:schemeClr val="lt1"/>
              </a:buClr>
              <a:buSzPts val="1400"/>
              <a:buChar char="●"/>
              <a:defRPr>
                <a:solidFill>
                  <a:schemeClr val="lt1"/>
                </a:solidFill>
              </a:defRPr>
            </a:lvl4pPr>
            <a:lvl5pPr marL="2286000" lvl="4" indent="-317500" algn="l">
              <a:lnSpc>
                <a:spcPct val="115000"/>
              </a:lnSpc>
              <a:spcBef>
                <a:spcPts val="0"/>
              </a:spcBef>
              <a:spcAft>
                <a:spcPts val="0"/>
              </a:spcAft>
              <a:buClr>
                <a:schemeClr val="lt1"/>
              </a:buClr>
              <a:buSzPts val="1400"/>
              <a:buChar char="○"/>
              <a:defRPr>
                <a:solidFill>
                  <a:schemeClr val="lt1"/>
                </a:solidFill>
              </a:defRPr>
            </a:lvl5pPr>
            <a:lvl6pPr marL="2743200" lvl="5" indent="-317500" algn="l">
              <a:lnSpc>
                <a:spcPct val="115000"/>
              </a:lnSpc>
              <a:spcBef>
                <a:spcPts val="0"/>
              </a:spcBef>
              <a:spcAft>
                <a:spcPts val="0"/>
              </a:spcAft>
              <a:buClr>
                <a:schemeClr val="lt1"/>
              </a:buClr>
              <a:buSzPts val="1400"/>
              <a:buChar char="■"/>
              <a:defRPr>
                <a:solidFill>
                  <a:schemeClr val="lt1"/>
                </a:solidFill>
              </a:defRPr>
            </a:lvl6pPr>
            <a:lvl7pPr marL="3200400" lvl="6" indent="-317500" algn="l">
              <a:lnSpc>
                <a:spcPct val="115000"/>
              </a:lnSpc>
              <a:spcBef>
                <a:spcPts val="0"/>
              </a:spcBef>
              <a:spcAft>
                <a:spcPts val="0"/>
              </a:spcAft>
              <a:buClr>
                <a:schemeClr val="lt1"/>
              </a:buClr>
              <a:buSzPts val="1400"/>
              <a:buChar char="●"/>
              <a:defRPr>
                <a:solidFill>
                  <a:schemeClr val="lt1"/>
                </a:solidFill>
              </a:defRPr>
            </a:lvl7pPr>
            <a:lvl8pPr marL="3657600" lvl="7" indent="-317500" algn="l">
              <a:lnSpc>
                <a:spcPct val="115000"/>
              </a:lnSpc>
              <a:spcBef>
                <a:spcPts val="0"/>
              </a:spcBef>
              <a:spcAft>
                <a:spcPts val="0"/>
              </a:spcAft>
              <a:buClr>
                <a:schemeClr val="lt1"/>
              </a:buClr>
              <a:buSzPts val="1400"/>
              <a:buChar char="○"/>
              <a:defRPr>
                <a:solidFill>
                  <a:schemeClr val="lt1"/>
                </a:solidFill>
              </a:defRPr>
            </a:lvl8pPr>
            <a:lvl9pPr marL="4114800" lvl="8" indent="-317500" algn="l">
              <a:lnSpc>
                <a:spcPct val="115000"/>
              </a:lnSpc>
              <a:spcBef>
                <a:spcPts val="0"/>
              </a:spcBef>
              <a:spcAft>
                <a:spcPts val="0"/>
              </a:spcAft>
              <a:buClr>
                <a:schemeClr val="lt1"/>
              </a:buClr>
              <a:buSzPts val="1400"/>
              <a:buChar char="■"/>
              <a:defRPr>
                <a:solidFill>
                  <a:schemeClr val="lt1"/>
                </a:solidFill>
              </a:defRPr>
            </a:lvl9pPr>
          </a:lstStyle>
          <a:p>
            <a:endParaRPr/>
          </a:p>
        </p:txBody>
      </p:sp>
      <p:sp>
        <p:nvSpPr>
          <p:cNvPr id="67" name="Google Shape;67;p10"/>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8"/>
        <p:cNvGrpSpPr/>
        <p:nvPr/>
      </p:nvGrpSpPr>
      <p:grpSpPr>
        <a:xfrm>
          <a:off x="0" y="0"/>
          <a:ext cx="0" cy="0"/>
          <a:chOff x="0" y="0"/>
          <a:chExt cx="0" cy="0"/>
        </a:xfrm>
      </p:grpSpPr>
      <p:sp>
        <p:nvSpPr>
          <p:cNvPr id="69" name="Google Shape;69;p11"/>
          <p:cNvSpPr txBox="1">
            <a:spLocks noGrp="1"/>
          </p:cNvSpPr>
          <p:nvPr>
            <p:ph type="body" idx="1"/>
          </p:nvPr>
        </p:nvSpPr>
        <p:spPr>
          <a:xfrm>
            <a:off x="319500" y="4230575"/>
            <a:ext cx="5998800" cy="5988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70" name="Google Shape;70;p1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1"/>
        <p:cNvGrpSpPr/>
        <p:nvPr/>
      </p:nvGrpSpPr>
      <p:grpSpPr>
        <a:xfrm>
          <a:off x="0" y="0"/>
          <a:ext cx="0" cy="0"/>
          <a:chOff x="0" y="0"/>
          <a:chExt cx="0" cy="0"/>
        </a:xfrm>
      </p:grpSpPr>
      <p:grpSp>
        <p:nvGrpSpPr>
          <p:cNvPr id="72" name="Google Shape;72;p12"/>
          <p:cNvGrpSpPr/>
          <p:nvPr/>
        </p:nvGrpSpPr>
        <p:grpSpPr>
          <a:xfrm>
            <a:off x="6098378" y="5"/>
            <a:ext cx="3045625" cy="2030570"/>
            <a:chOff x="6098378" y="5"/>
            <a:chExt cx="3045625" cy="2030570"/>
          </a:xfrm>
        </p:grpSpPr>
        <p:sp>
          <p:nvSpPr>
            <p:cNvPr id="73" name="Google Shape;73;p1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1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1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1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1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8" name="Google Shape;78;p12"/>
          <p:cNvSpPr txBox="1">
            <a:spLocks noGrp="1"/>
          </p:cNvSpPr>
          <p:nvPr>
            <p:ph type="title" hasCustomPrompt="1"/>
          </p:nvPr>
        </p:nvSpPr>
        <p:spPr>
          <a:xfrm>
            <a:off x="311700" y="1256050"/>
            <a:ext cx="8520600" cy="2030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79" name="Google Shape;79;p12"/>
          <p:cNvSpPr txBox="1">
            <a:spLocks noGrp="1"/>
          </p:cNvSpPr>
          <p:nvPr>
            <p:ph type="body" idx="1"/>
          </p:nvPr>
        </p:nvSpPr>
        <p:spPr>
          <a:xfrm>
            <a:off x="311700" y="3369225"/>
            <a:ext cx="8520600" cy="12819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Clr>
                <a:schemeClr val="lt1"/>
              </a:buClr>
              <a:buSzPts val="1800"/>
              <a:buChar char="●"/>
              <a:defRPr>
                <a:solidFill>
                  <a:schemeClr val="lt1"/>
                </a:solidFill>
              </a:defRPr>
            </a:lvl1pPr>
            <a:lvl2pPr marL="914400" lvl="1" indent="-317500" algn="ctr">
              <a:lnSpc>
                <a:spcPct val="115000"/>
              </a:lnSpc>
              <a:spcBef>
                <a:spcPts val="0"/>
              </a:spcBef>
              <a:spcAft>
                <a:spcPts val="0"/>
              </a:spcAft>
              <a:buClr>
                <a:schemeClr val="lt1"/>
              </a:buClr>
              <a:buSzPts val="1400"/>
              <a:buChar char="○"/>
              <a:defRPr>
                <a:solidFill>
                  <a:schemeClr val="lt1"/>
                </a:solidFill>
              </a:defRPr>
            </a:lvl2pPr>
            <a:lvl3pPr marL="1371600" lvl="2" indent="-317500" algn="ctr">
              <a:lnSpc>
                <a:spcPct val="115000"/>
              </a:lnSpc>
              <a:spcBef>
                <a:spcPts val="0"/>
              </a:spcBef>
              <a:spcAft>
                <a:spcPts val="0"/>
              </a:spcAft>
              <a:buClr>
                <a:schemeClr val="lt1"/>
              </a:buClr>
              <a:buSzPts val="1400"/>
              <a:buChar char="■"/>
              <a:defRPr>
                <a:solidFill>
                  <a:schemeClr val="lt1"/>
                </a:solidFill>
              </a:defRPr>
            </a:lvl3pPr>
            <a:lvl4pPr marL="1828800" lvl="3" indent="-317500" algn="ctr">
              <a:lnSpc>
                <a:spcPct val="115000"/>
              </a:lnSpc>
              <a:spcBef>
                <a:spcPts val="0"/>
              </a:spcBef>
              <a:spcAft>
                <a:spcPts val="0"/>
              </a:spcAft>
              <a:buClr>
                <a:schemeClr val="lt1"/>
              </a:buClr>
              <a:buSzPts val="1400"/>
              <a:buChar char="●"/>
              <a:defRPr>
                <a:solidFill>
                  <a:schemeClr val="lt1"/>
                </a:solidFill>
              </a:defRPr>
            </a:lvl4pPr>
            <a:lvl5pPr marL="2286000" lvl="4" indent="-317500" algn="ctr">
              <a:lnSpc>
                <a:spcPct val="115000"/>
              </a:lnSpc>
              <a:spcBef>
                <a:spcPts val="0"/>
              </a:spcBef>
              <a:spcAft>
                <a:spcPts val="0"/>
              </a:spcAft>
              <a:buClr>
                <a:schemeClr val="lt1"/>
              </a:buClr>
              <a:buSzPts val="1400"/>
              <a:buChar char="○"/>
              <a:defRPr>
                <a:solidFill>
                  <a:schemeClr val="lt1"/>
                </a:solidFill>
              </a:defRPr>
            </a:lvl5pPr>
            <a:lvl6pPr marL="2743200" lvl="5" indent="-317500" algn="ctr">
              <a:lnSpc>
                <a:spcPct val="115000"/>
              </a:lnSpc>
              <a:spcBef>
                <a:spcPts val="0"/>
              </a:spcBef>
              <a:spcAft>
                <a:spcPts val="0"/>
              </a:spcAft>
              <a:buClr>
                <a:schemeClr val="lt1"/>
              </a:buClr>
              <a:buSzPts val="1400"/>
              <a:buChar char="■"/>
              <a:defRPr>
                <a:solidFill>
                  <a:schemeClr val="lt1"/>
                </a:solidFill>
              </a:defRPr>
            </a:lvl6pPr>
            <a:lvl7pPr marL="3200400" lvl="6" indent="-317500" algn="ctr">
              <a:lnSpc>
                <a:spcPct val="115000"/>
              </a:lnSpc>
              <a:spcBef>
                <a:spcPts val="0"/>
              </a:spcBef>
              <a:spcAft>
                <a:spcPts val="0"/>
              </a:spcAft>
              <a:buClr>
                <a:schemeClr val="lt1"/>
              </a:buClr>
              <a:buSzPts val="1400"/>
              <a:buChar char="●"/>
              <a:defRPr>
                <a:solidFill>
                  <a:schemeClr val="lt1"/>
                </a:solidFill>
              </a:defRPr>
            </a:lvl7pPr>
            <a:lvl8pPr marL="3657600" lvl="7" indent="-317500" algn="ctr">
              <a:lnSpc>
                <a:spcPct val="115000"/>
              </a:lnSpc>
              <a:spcBef>
                <a:spcPts val="0"/>
              </a:spcBef>
              <a:spcAft>
                <a:spcPts val="0"/>
              </a:spcAft>
              <a:buClr>
                <a:schemeClr val="lt1"/>
              </a:buClr>
              <a:buSzPts val="1400"/>
              <a:buChar char="○"/>
              <a:defRPr>
                <a:solidFill>
                  <a:schemeClr val="lt1"/>
                </a:solidFill>
              </a:defRPr>
            </a:lvl8pPr>
            <a:lvl9pPr marL="4114800" lvl="8" indent="-317500" algn="ctr">
              <a:lnSpc>
                <a:spcPct val="115000"/>
              </a:lnSpc>
              <a:spcBef>
                <a:spcPts val="0"/>
              </a:spcBef>
              <a:spcAft>
                <a:spcPts val="0"/>
              </a:spcAft>
              <a:buClr>
                <a:schemeClr val="lt1"/>
              </a:buClr>
              <a:buSzPts val="1400"/>
              <a:buChar char="■"/>
              <a:defRPr>
                <a:solidFill>
                  <a:schemeClr val="lt1"/>
                </a:solidFill>
              </a:defRPr>
            </a:lvl9pPr>
          </a:lstStyle>
          <a:p>
            <a:endParaRPr/>
          </a:p>
        </p:txBody>
      </p:sp>
      <p:sp>
        <p:nvSpPr>
          <p:cNvPr id="80" name="Google Shape;80;p1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1pPr>
            <a:lvl2pPr marR="0" lvl="1"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2pPr>
            <a:lvl3pPr marR="0" lvl="2"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3pPr>
            <a:lvl4pPr marR="0" lvl="3"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4pPr>
            <a:lvl5pPr marR="0" lvl="4"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5pPr>
            <a:lvl6pPr marR="0" lvl="5"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6pPr>
            <a:lvl7pPr marR="0" lvl="6"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7pPr>
            <a:lvl8pPr marR="0" lvl="7"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8pPr>
            <a:lvl9pPr marR="0" lvl="8"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Roboto"/>
              <a:buChar char="●"/>
              <a:defRPr sz="1800" b="0" i="0" u="none" strike="noStrike" cap="none">
                <a:solidFill>
                  <a:schemeClr val="dk2"/>
                </a:solidFill>
                <a:latin typeface="Roboto"/>
                <a:ea typeface="Roboto"/>
                <a:cs typeface="Roboto"/>
                <a:sym typeface="Roboto"/>
              </a:defRPr>
            </a:lvl1pPr>
            <a:lvl2pPr marL="914400" marR="0" lvl="1"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2pPr>
            <a:lvl3pPr marL="1371600" marR="0" lvl="2"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3pPr>
            <a:lvl4pPr marL="1828800" marR="0" lvl="3"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4pPr>
            <a:lvl5pPr marL="2286000" marR="0" lvl="4"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5pPr>
            <a:lvl6pPr marL="2743200" marR="0" lvl="5"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6pPr>
            <a:lvl7pPr marL="3200400" marR="0" lvl="6"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7pPr>
            <a:lvl8pPr marL="3657600" marR="0" lvl="7"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8pPr>
            <a:lvl9pPr marL="4114800" marR="0" lvl="8"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4"/>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4"/>
          <p:cNvSpPr txBox="1">
            <a:spLocks noGrp="1"/>
          </p:cNvSpPr>
          <p:nvPr>
            <p:ph type="title"/>
          </p:nvPr>
        </p:nvSpPr>
        <p:spPr>
          <a:xfrm>
            <a:off x="0" y="98650"/>
            <a:ext cx="9144000" cy="48030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00000"/>
              <a:buNone/>
            </a:pPr>
            <a:r>
              <a:rPr lang="en" b="1">
                <a:solidFill>
                  <a:srgbClr val="0000FF"/>
                </a:solidFill>
                <a:highlight>
                  <a:schemeClr val="lt1"/>
                </a:highlight>
                <a:latin typeface="Playfair Display"/>
                <a:ea typeface="Playfair Display"/>
                <a:cs typeface="Playfair Display"/>
                <a:sym typeface="Playfair Display"/>
              </a:rPr>
              <a:t>Chapter 5</a:t>
            </a:r>
            <a:endParaRPr b="1">
              <a:solidFill>
                <a:srgbClr val="0000FF"/>
              </a:solidFill>
              <a:highlight>
                <a:schemeClr val="lt1"/>
              </a:highlight>
              <a:latin typeface="Playfair Display"/>
              <a:ea typeface="Playfair Display"/>
              <a:cs typeface="Playfair Display"/>
              <a:sym typeface="Playfair Display"/>
            </a:endParaRPr>
          </a:p>
          <a:p>
            <a:pPr marL="0" lvl="0" indent="0" algn="ctr" rtl="0">
              <a:lnSpc>
                <a:spcPct val="100000"/>
              </a:lnSpc>
              <a:spcBef>
                <a:spcPts val="0"/>
              </a:spcBef>
              <a:spcAft>
                <a:spcPts val="0"/>
              </a:spcAft>
              <a:buSzPct val="100000"/>
              <a:buNone/>
            </a:pPr>
            <a:r>
              <a:rPr lang="en" b="1">
                <a:solidFill>
                  <a:srgbClr val="0000FF"/>
                </a:solidFill>
                <a:highlight>
                  <a:schemeClr val="lt1"/>
                </a:highlight>
                <a:latin typeface="Playfair Display"/>
                <a:ea typeface="Playfair Display"/>
                <a:cs typeface="Playfair Display"/>
                <a:sym typeface="Playfair Display"/>
              </a:rPr>
              <a:t>IF STATEMENTS</a:t>
            </a:r>
            <a:endParaRPr b="1">
              <a:solidFill>
                <a:srgbClr val="0000FF"/>
              </a:solidFill>
              <a:highlight>
                <a:schemeClr val="lt1"/>
              </a:highlight>
              <a:latin typeface="Playfair Display"/>
              <a:ea typeface="Playfair Display"/>
              <a:cs typeface="Playfair Display"/>
              <a:sym typeface="Playfair Display"/>
            </a:endParaRPr>
          </a:p>
          <a:p>
            <a:pPr marL="0" lvl="0" indent="0" algn="l" rtl="0">
              <a:lnSpc>
                <a:spcPct val="100000"/>
              </a:lnSpc>
              <a:spcBef>
                <a:spcPts val="0"/>
              </a:spcBef>
              <a:spcAft>
                <a:spcPts val="0"/>
              </a:spcAft>
              <a:buSzPct val="157894"/>
              <a:buNone/>
            </a:pPr>
            <a:endParaRPr sz="1900" b="1">
              <a:solidFill>
                <a:srgbClr val="0000FF"/>
              </a:solidFill>
              <a:highlight>
                <a:schemeClr val="lt1"/>
              </a:highlight>
              <a:latin typeface="Playfair Display"/>
              <a:ea typeface="Playfair Display"/>
              <a:cs typeface="Playfair Display"/>
              <a:sym typeface="Playfair Display"/>
            </a:endParaRPr>
          </a:p>
          <a:p>
            <a:pPr marL="0" lvl="0" indent="0" algn="l" rtl="0">
              <a:lnSpc>
                <a:spcPct val="100000"/>
              </a:lnSpc>
              <a:spcBef>
                <a:spcPts val="0"/>
              </a:spcBef>
              <a:spcAft>
                <a:spcPts val="0"/>
              </a:spcAft>
              <a:buSzPct val="100000"/>
              <a:buNone/>
            </a:pPr>
            <a:r>
              <a:rPr lang="en" b="1" u="sng">
                <a:solidFill>
                  <a:srgbClr val="000000"/>
                </a:solidFill>
                <a:highlight>
                  <a:schemeClr val="lt1"/>
                </a:highlight>
                <a:latin typeface="Playfair Display"/>
                <a:ea typeface="Playfair Display"/>
                <a:cs typeface="Playfair Display"/>
                <a:sym typeface="Playfair Display"/>
              </a:rPr>
              <a:t>Brief Summary of Chapter 5</a:t>
            </a:r>
            <a:endParaRPr b="1" u="sng">
              <a:solidFill>
                <a:srgbClr val="000000"/>
              </a:solidFill>
              <a:highlight>
                <a:schemeClr val="lt1"/>
              </a:highlight>
              <a:latin typeface="Playfair Display"/>
              <a:ea typeface="Playfair Display"/>
              <a:cs typeface="Playfair Display"/>
              <a:sym typeface="Playfair Display"/>
            </a:endParaRPr>
          </a:p>
          <a:p>
            <a:pPr marL="0" lvl="0" indent="0" algn="l" rtl="0">
              <a:lnSpc>
                <a:spcPct val="115000"/>
              </a:lnSpc>
              <a:spcBef>
                <a:spcPts val="1200"/>
              </a:spcBef>
              <a:spcAft>
                <a:spcPts val="0"/>
              </a:spcAft>
              <a:buNone/>
            </a:pPr>
            <a:r>
              <a:rPr lang="en" sz="1888" b="1">
                <a:solidFill>
                  <a:srgbClr val="000000"/>
                </a:solidFill>
                <a:highlight>
                  <a:schemeClr val="lt1"/>
                </a:highlight>
                <a:latin typeface="Nunito"/>
                <a:ea typeface="Nunito"/>
                <a:cs typeface="Nunito"/>
                <a:sym typeface="Nunito"/>
              </a:rPr>
              <a:t>Chapter 5 focuses on if statements, a fundamental tool used to control the flow of a program based on conditions. It covers conditional tests, where comparisons between values determine whether specific actions should be executed. The chapter explores different types of if statements such as simple if statements, if-else statements, and if-elif-else chains to handle multiple decision-making scenarios.</a:t>
            </a:r>
            <a:endParaRPr sz="1888" b="1">
              <a:solidFill>
                <a:srgbClr val="000000"/>
              </a:solidFill>
              <a:highlight>
                <a:schemeClr val="lt1"/>
              </a:highlight>
              <a:latin typeface="Nunito"/>
              <a:ea typeface="Nunito"/>
              <a:cs typeface="Nunito"/>
              <a:sym typeface="Nunito"/>
            </a:endParaRPr>
          </a:p>
          <a:p>
            <a:pPr marL="0" lvl="0" indent="0" algn="l" rtl="0">
              <a:lnSpc>
                <a:spcPct val="115000"/>
              </a:lnSpc>
              <a:spcBef>
                <a:spcPts val="1200"/>
              </a:spcBef>
              <a:spcAft>
                <a:spcPts val="1200"/>
              </a:spcAft>
              <a:buNone/>
            </a:pPr>
            <a:r>
              <a:rPr lang="en" sz="1888" b="1">
                <a:solidFill>
                  <a:srgbClr val="000000"/>
                </a:solidFill>
                <a:highlight>
                  <a:schemeClr val="lt1"/>
                </a:highlight>
                <a:latin typeface="Nunito"/>
                <a:ea typeface="Nunito"/>
                <a:cs typeface="Nunito"/>
                <a:sym typeface="Nunito"/>
              </a:rPr>
              <a:t>The chapter also explains how to use if statements with lists, including checking for special items, empty lists, and validating user input. Additionally, it emphasizes styling practices, such as proper spacing around comparison operators to enhance code readability.</a:t>
            </a:r>
            <a:endParaRPr sz="1888" b="1">
              <a:solidFill>
                <a:srgbClr val="000000"/>
              </a:solidFill>
              <a:highlight>
                <a:schemeClr val="lt1"/>
              </a:highlight>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5"/>
          <p:cNvSpPr txBox="1">
            <a:spLocks noGrp="1"/>
          </p:cNvSpPr>
          <p:nvPr>
            <p:ph type="title"/>
          </p:nvPr>
        </p:nvSpPr>
        <p:spPr>
          <a:xfrm>
            <a:off x="39275" y="78525"/>
            <a:ext cx="8991300" cy="491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700" b="1" u="sng">
                <a:solidFill>
                  <a:srgbClr val="0000FF"/>
                </a:solidFill>
                <a:latin typeface="Playfair Display"/>
                <a:ea typeface="Playfair Display"/>
                <a:cs typeface="Playfair Display"/>
                <a:sym typeface="Playfair Display"/>
              </a:rPr>
              <a:t>A Simple Example</a:t>
            </a:r>
            <a:endParaRPr sz="2700" b="1" u="sng">
              <a:solidFill>
                <a:srgbClr val="0000FF"/>
              </a:solidFill>
              <a:latin typeface="Playfair Display"/>
              <a:ea typeface="Playfair Display"/>
              <a:cs typeface="Playfair Display"/>
              <a:sym typeface="Playfair Display"/>
            </a:endParaRPr>
          </a:p>
          <a:p>
            <a:pPr marL="0" lvl="0" indent="0" algn="l" rtl="0">
              <a:lnSpc>
                <a:spcPct val="115000"/>
              </a:lnSpc>
              <a:spcBef>
                <a:spcPts val="1200"/>
              </a:spcBef>
              <a:spcAft>
                <a:spcPts val="0"/>
              </a:spcAft>
              <a:buNone/>
            </a:pPr>
            <a:r>
              <a:rPr lang="en" sz="1600" b="1">
                <a:solidFill>
                  <a:srgbClr val="000000"/>
                </a:solidFill>
                <a:latin typeface="Nunito"/>
                <a:ea typeface="Nunito"/>
                <a:cs typeface="Nunito"/>
                <a:sym typeface="Nunito"/>
              </a:rPr>
              <a:t>An </a:t>
            </a:r>
            <a:r>
              <a:rPr lang="en" sz="1600" b="1">
                <a:solidFill>
                  <a:srgbClr val="0000FF"/>
                </a:solidFill>
                <a:latin typeface="Nunito"/>
                <a:ea typeface="Nunito"/>
                <a:cs typeface="Nunito"/>
                <a:sym typeface="Nunito"/>
              </a:rPr>
              <a:t>if statement </a:t>
            </a:r>
            <a:r>
              <a:rPr lang="en" sz="1600" b="1">
                <a:solidFill>
                  <a:srgbClr val="000000"/>
                </a:solidFill>
                <a:latin typeface="Nunito"/>
                <a:ea typeface="Nunito"/>
                <a:cs typeface="Nunito"/>
                <a:sym typeface="Nunito"/>
              </a:rPr>
              <a:t>allows the program to evaluate an expression, known as a conditional test, which can either be </a:t>
            </a:r>
            <a:r>
              <a:rPr lang="en" sz="1600" b="1">
                <a:solidFill>
                  <a:srgbClr val="0000FF"/>
                </a:solidFill>
                <a:latin typeface="Nunito"/>
                <a:ea typeface="Nunito"/>
                <a:cs typeface="Nunito"/>
                <a:sym typeface="Nunito"/>
              </a:rPr>
              <a:t>True or False</a:t>
            </a:r>
            <a:r>
              <a:rPr lang="en" sz="1600" b="1">
                <a:solidFill>
                  <a:srgbClr val="000000"/>
                </a:solidFill>
                <a:latin typeface="Nunito"/>
                <a:ea typeface="Nunito"/>
                <a:cs typeface="Nunito"/>
                <a:sym typeface="Nunito"/>
              </a:rPr>
              <a:t>. If the condition is true, the code block inside the if statement will run; otherwise, it will be skipped. The most basic conditional test is checking for </a:t>
            </a:r>
            <a:r>
              <a:rPr lang="en" sz="1600" b="1">
                <a:solidFill>
                  <a:srgbClr val="0000FF"/>
                </a:solidFill>
                <a:latin typeface="Nunito"/>
                <a:ea typeface="Nunito"/>
                <a:cs typeface="Nunito"/>
                <a:sym typeface="Nunito"/>
              </a:rPr>
              <a:t>equality using the == operator</a:t>
            </a:r>
            <a:r>
              <a:rPr lang="en" sz="1600" b="1">
                <a:solidFill>
                  <a:srgbClr val="000000"/>
                </a:solidFill>
                <a:latin typeface="Nunito"/>
                <a:ea typeface="Nunito"/>
                <a:cs typeface="Nunito"/>
                <a:sym typeface="Nunito"/>
              </a:rPr>
              <a:t> to compare two values and verify if they are equal. On the other hand, checking for </a:t>
            </a:r>
            <a:r>
              <a:rPr lang="en" sz="1600" b="1">
                <a:solidFill>
                  <a:srgbClr val="0000FF"/>
                </a:solidFill>
                <a:latin typeface="Nunito"/>
                <a:ea typeface="Nunito"/>
                <a:cs typeface="Nunito"/>
                <a:sym typeface="Nunito"/>
              </a:rPr>
              <a:t>inequality uses the != operator</a:t>
            </a:r>
            <a:r>
              <a:rPr lang="en" sz="1600" b="1">
                <a:solidFill>
                  <a:srgbClr val="000000"/>
                </a:solidFill>
                <a:latin typeface="Nunito"/>
                <a:ea typeface="Nunito"/>
                <a:cs typeface="Nunito"/>
                <a:sym typeface="Nunito"/>
              </a:rPr>
              <a:t> to determine if two values are not equal. </a:t>
            </a:r>
            <a:endParaRPr sz="1600" b="1">
              <a:solidFill>
                <a:srgbClr val="000000"/>
              </a:solidFill>
              <a:latin typeface="Nunito"/>
              <a:ea typeface="Nunito"/>
              <a:cs typeface="Nunito"/>
              <a:sym typeface="Nunito"/>
            </a:endParaRPr>
          </a:p>
          <a:p>
            <a:pPr marL="0" lvl="0" indent="0" algn="l" rtl="0">
              <a:lnSpc>
                <a:spcPct val="115000"/>
              </a:lnSpc>
              <a:spcBef>
                <a:spcPts val="1200"/>
              </a:spcBef>
              <a:spcAft>
                <a:spcPts val="1200"/>
              </a:spcAft>
              <a:buNone/>
            </a:pPr>
            <a:r>
              <a:rPr lang="en" sz="1600" b="1">
                <a:solidFill>
                  <a:srgbClr val="000000"/>
                </a:solidFill>
                <a:latin typeface="Nunito"/>
                <a:ea typeface="Nunito"/>
                <a:cs typeface="Nunito"/>
                <a:sym typeface="Nunito"/>
              </a:rPr>
              <a:t>The section also covers numerical comparisons, where you can check if a number is </a:t>
            </a:r>
            <a:r>
              <a:rPr lang="en" sz="1600" b="1">
                <a:solidFill>
                  <a:srgbClr val="0000FF"/>
                </a:solidFill>
                <a:latin typeface="Nunito"/>
                <a:ea typeface="Nunito"/>
                <a:cs typeface="Nunito"/>
                <a:sym typeface="Nunito"/>
              </a:rPr>
              <a:t>less than (&lt;), greater than (&gt;),</a:t>
            </a:r>
            <a:r>
              <a:rPr lang="en" sz="1600" b="1">
                <a:solidFill>
                  <a:srgbClr val="000000"/>
                </a:solidFill>
                <a:latin typeface="Nunito"/>
                <a:ea typeface="Nunito"/>
                <a:cs typeface="Nunito"/>
                <a:sym typeface="Nunito"/>
              </a:rPr>
              <a:t> or </a:t>
            </a:r>
            <a:r>
              <a:rPr lang="en" sz="1600" b="1">
                <a:solidFill>
                  <a:srgbClr val="0000FF"/>
                </a:solidFill>
                <a:latin typeface="Nunito"/>
                <a:ea typeface="Nunito"/>
                <a:cs typeface="Nunito"/>
                <a:sym typeface="Nunito"/>
              </a:rPr>
              <a:t>equal to (==)</a:t>
            </a:r>
            <a:r>
              <a:rPr lang="en" sz="1600" b="1">
                <a:solidFill>
                  <a:srgbClr val="000000"/>
                </a:solidFill>
                <a:latin typeface="Nunito"/>
                <a:ea typeface="Nunito"/>
                <a:cs typeface="Nunito"/>
                <a:sym typeface="Nunito"/>
              </a:rPr>
              <a:t> another number. Additionally, you can check multiple conditions using </a:t>
            </a:r>
            <a:r>
              <a:rPr lang="en" sz="1600" b="1">
                <a:solidFill>
                  <a:srgbClr val="0000FF"/>
                </a:solidFill>
                <a:latin typeface="Nunito"/>
                <a:ea typeface="Nunito"/>
                <a:cs typeface="Nunito"/>
                <a:sym typeface="Nunito"/>
              </a:rPr>
              <a:t>and </a:t>
            </a:r>
            <a:r>
              <a:rPr lang="en" sz="1600" b="1">
                <a:solidFill>
                  <a:srgbClr val="000000"/>
                </a:solidFill>
                <a:latin typeface="Nunito"/>
                <a:ea typeface="Nunito"/>
                <a:cs typeface="Nunito"/>
                <a:sym typeface="Nunito"/>
              </a:rPr>
              <a:t>and </a:t>
            </a:r>
            <a:r>
              <a:rPr lang="en" sz="1600" b="1">
                <a:solidFill>
                  <a:srgbClr val="0000FF"/>
                </a:solidFill>
                <a:latin typeface="Nunito"/>
                <a:ea typeface="Nunito"/>
                <a:cs typeface="Nunito"/>
                <a:sym typeface="Nunito"/>
              </a:rPr>
              <a:t>or</a:t>
            </a:r>
            <a:r>
              <a:rPr lang="en" sz="1600" b="1">
                <a:solidFill>
                  <a:srgbClr val="000000"/>
                </a:solidFill>
                <a:latin typeface="Nunito"/>
                <a:ea typeface="Nunito"/>
                <a:cs typeface="Nunito"/>
                <a:sym typeface="Nunito"/>
              </a:rPr>
              <a:t>. The and operator requires all conditions to be true, while or passes if at least one condition is true. Another important concept is checking whether a value exists in a list using the </a:t>
            </a:r>
            <a:r>
              <a:rPr lang="en" sz="1600" b="1">
                <a:solidFill>
                  <a:srgbClr val="0000FF"/>
                </a:solidFill>
                <a:latin typeface="Nunito"/>
                <a:ea typeface="Nunito"/>
                <a:cs typeface="Nunito"/>
                <a:sym typeface="Nunito"/>
              </a:rPr>
              <a:t>in </a:t>
            </a:r>
            <a:r>
              <a:rPr lang="en" sz="1600" b="1">
                <a:solidFill>
                  <a:srgbClr val="000000"/>
                </a:solidFill>
                <a:latin typeface="Nunito"/>
                <a:ea typeface="Nunito"/>
                <a:cs typeface="Nunito"/>
                <a:sym typeface="Nunito"/>
              </a:rPr>
              <a:t>keyword, which checks if a value is present in a list, while </a:t>
            </a:r>
            <a:r>
              <a:rPr lang="en" sz="1600" b="1">
                <a:solidFill>
                  <a:srgbClr val="0000FF"/>
                </a:solidFill>
                <a:latin typeface="Nunito"/>
                <a:ea typeface="Nunito"/>
                <a:cs typeface="Nunito"/>
                <a:sym typeface="Nunito"/>
              </a:rPr>
              <a:t>not in</a:t>
            </a:r>
            <a:r>
              <a:rPr lang="en" sz="1600" b="1">
                <a:solidFill>
                  <a:srgbClr val="000000"/>
                </a:solidFill>
                <a:latin typeface="Nunito"/>
                <a:ea typeface="Nunito"/>
                <a:cs typeface="Nunito"/>
                <a:sym typeface="Nunito"/>
              </a:rPr>
              <a:t> checks if a value is absent. Finally, the section introduces </a:t>
            </a:r>
            <a:r>
              <a:rPr lang="en" sz="1600" b="1">
                <a:solidFill>
                  <a:srgbClr val="0000FF"/>
                </a:solidFill>
                <a:latin typeface="Nunito"/>
                <a:ea typeface="Nunito"/>
                <a:cs typeface="Nunito"/>
                <a:sym typeface="Nunito"/>
              </a:rPr>
              <a:t>Boolean expressions</a:t>
            </a:r>
            <a:r>
              <a:rPr lang="en" sz="1600" b="1">
                <a:solidFill>
                  <a:srgbClr val="000000"/>
                </a:solidFill>
                <a:latin typeface="Nunito"/>
                <a:ea typeface="Nunito"/>
                <a:cs typeface="Nunito"/>
                <a:sym typeface="Nunito"/>
              </a:rPr>
              <a:t>, which are conditions that could either be True or False, controlling the flow of the program.</a:t>
            </a:r>
            <a:endParaRPr sz="1600" b="1">
              <a:solidFill>
                <a:srgbClr val="000000"/>
              </a:solidFill>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6"/>
          <p:cNvSpPr txBox="1">
            <a:spLocks noGrp="1"/>
          </p:cNvSpPr>
          <p:nvPr>
            <p:ph type="title"/>
          </p:nvPr>
        </p:nvSpPr>
        <p:spPr>
          <a:xfrm>
            <a:off x="36850" y="40925"/>
            <a:ext cx="25938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solidFill>
                  <a:srgbClr val="0000FF"/>
                </a:solidFill>
                <a:latin typeface="Playfair Display"/>
                <a:ea typeface="Playfair Display"/>
                <a:cs typeface="Playfair Display"/>
                <a:sym typeface="Playfair Display"/>
              </a:rPr>
              <a:t>Python Script</a:t>
            </a:r>
            <a:endParaRPr b="1" u="sng">
              <a:solidFill>
                <a:srgbClr val="0000FF"/>
              </a:solidFill>
              <a:latin typeface="Playfair Display"/>
              <a:ea typeface="Playfair Display"/>
              <a:cs typeface="Playfair Display"/>
              <a:sym typeface="Playfair Display"/>
            </a:endParaRPr>
          </a:p>
        </p:txBody>
      </p:sp>
      <p:pic>
        <p:nvPicPr>
          <p:cNvPr id="100" name="Google Shape;100;p16"/>
          <p:cNvPicPr preferRelativeResize="0"/>
          <p:nvPr/>
        </p:nvPicPr>
        <p:blipFill>
          <a:blip r:embed="rId3">
            <a:alphaModFix/>
          </a:blip>
          <a:stretch>
            <a:fillRect/>
          </a:stretch>
        </p:blipFill>
        <p:spPr>
          <a:xfrm>
            <a:off x="3070400" y="0"/>
            <a:ext cx="5748149" cy="50833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7"/>
          <p:cNvSpPr txBox="1">
            <a:spLocks noGrp="1"/>
          </p:cNvSpPr>
          <p:nvPr>
            <p:ph type="title"/>
          </p:nvPr>
        </p:nvSpPr>
        <p:spPr>
          <a:xfrm>
            <a:off x="52550" y="70650"/>
            <a:ext cx="33477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solidFill>
                  <a:srgbClr val="0000FF"/>
                </a:solidFill>
                <a:latin typeface="Playfair Display"/>
                <a:ea typeface="Playfair Display"/>
                <a:cs typeface="Playfair Display"/>
                <a:sym typeface="Playfair Display"/>
              </a:rPr>
              <a:t>Test in Python Shell</a:t>
            </a:r>
            <a:endParaRPr b="1" u="sng">
              <a:solidFill>
                <a:srgbClr val="0000FF"/>
              </a:solidFill>
              <a:latin typeface="Playfair Display"/>
              <a:ea typeface="Playfair Display"/>
              <a:cs typeface="Playfair Display"/>
              <a:sym typeface="Playfair Display"/>
            </a:endParaRPr>
          </a:p>
        </p:txBody>
      </p:sp>
      <p:pic>
        <p:nvPicPr>
          <p:cNvPr id="106" name="Google Shape;106;p17"/>
          <p:cNvPicPr preferRelativeResize="0"/>
          <p:nvPr/>
        </p:nvPicPr>
        <p:blipFill>
          <a:blip r:embed="rId3">
            <a:alphaModFix/>
          </a:blip>
          <a:stretch>
            <a:fillRect/>
          </a:stretch>
        </p:blipFill>
        <p:spPr>
          <a:xfrm>
            <a:off x="3552650" y="0"/>
            <a:ext cx="5022475"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8"/>
          <p:cNvSpPr txBox="1">
            <a:spLocks noGrp="1"/>
          </p:cNvSpPr>
          <p:nvPr>
            <p:ph type="title"/>
          </p:nvPr>
        </p:nvSpPr>
        <p:spPr>
          <a:xfrm>
            <a:off x="102075" y="109925"/>
            <a:ext cx="8826300" cy="4829400"/>
          </a:xfrm>
          <a:prstGeom prst="rect">
            <a:avLst/>
          </a:prstGeom>
        </p:spPr>
        <p:txBody>
          <a:bodyPr spcFirstLastPara="1" wrap="square" lIns="91425" tIns="91425" rIns="91425" bIns="91425" anchor="t" anchorCtr="0">
            <a:normAutofit/>
          </a:bodyPr>
          <a:lstStyle/>
          <a:p>
            <a:pPr marL="0" lvl="0" indent="0" algn="l" rtl="0">
              <a:lnSpc>
                <a:spcPct val="115000"/>
              </a:lnSpc>
              <a:spcBef>
                <a:spcPts val="1200"/>
              </a:spcBef>
              <a:spcAft>
                <a:spcPts val="0"/>
              </a:spcAft>
              <a:buNone/>
            </a:pPr>
            <a:r>
              <a:rPr lang="en" sz="2700" b="1" u="sng">
                <a:solidFill>
                  <a:srgbClr val="0000FF"/>
                </a:solidFill>
                <a:latin typeface="Playfair Display"/>
                <a:ea typeface="Playfair Display"/>
                <a:cs typeface="Playfair Display"/>
                <a:sym typeface="Playfair Display"/>
              </a:rPr>
              <a:t>Conditional Statements</a:t>
            </a:r>
            <a:endParaRPr sz="2700" b="1" u="sng">
              <a:solidFill>
                <a:srgbClr val="0000FF"/>
              </a:solidFill>
              <a:latin typeface="Playfair Display"/>
              <a:ea typeface="Playfair Display"/>
              <a:cs typeface="Playfair Display"/>
              <a:sym typeface="Playfair Display"/>
            </a:endParaRPr>
          </a:p>
          <a:p>
            <a:pPr marL="0" lvl="0" indent="0" algn="l" rtl="0">
              <a:lnSpc>
                <a:spcPct val="115000"/>
              </a:lnSpc>
              <a:spcBef>
                <a:spcPts val="1200"/>
              </a:spcBef>
              <a:spcAft>
                <a:spcPts val="1200"/>
              </a:spcAft>
              <a:buNone/>
            </a:pPr>
            <a:r>
              <a:rPr lang="en" sz="1700" b="1">
                <a:solidFill>
                  <a:srgbClr val="000000"/>
                </a:solidFill>
                <a:latin typeface="Nunito"/>
                <a:ea typeface="Nunito"/>
                <a:cs typeface="Nunito"/>
                <a:sym typeface="Nunito"/>
              </a:rPr>
              <a:t>In "Conditional Statements," the </a:t>
            </a:r>
            <a:r>
              <a:rPr lang="en" sz="1700" b="1">
                <a:solidFill>
                  <a:srgbClr val="0000FF"/>
                </a:solidFill>
                <a:latin typeface="Nunito"/>
                <a:ea typeface="Nunito"/>
                <a:cs typeface="Nunito"/>
                <a:sym typeface="Nunito"/>
              </a:rPr>
              <a:t>else </a:t>
            </a:r>
            <a:r>
              <a:rPr lang="en" sz="1700" b="1">
                <a:solidFill>
                  <a:srgbClr val="000000"/>
                </a:solidFill>
                <a:latin typeface="Nunito"/>
                <a:ea typeface="Nunito"/>
                <a:cs typeface="Nunito"/>
                <a:sym typeface="Nunito"/>
              </a:rPr>
              <a:t>and </a:t>
            </a:r>
            <a:r>
              <a:rPr lang="en" sz="1700" b="1">
                <a:solidFill>
                  <a:srgbClr val="0000FF"/>
                </a:solidFill>
                <a:latin typeface="Nunito"/>
                <a:ea typeface="Nunito"/>
                <a:cs typeface="Nunito"/>
                <a:sym typeface="Nunito"/>
              </a:rPr>
              <a:t>elif </a:t>
            </a:r>
            <a:r>
              <a:rPr lang="en" sz="1700" b="1">
                <a:solidFill>
                  <a:srgbClr val="000000"/>
                </a:solidFill>
                <a:latin typeface="Nunito"/>
                <a:ea typeface="Nunito"/>
                <a:cs typeface="Nunito"/>
                <a:sym typeface="Nunito"/>
              </a:rPr>
              <a:t>statements help control program flow with multiple conditions. The </a:t>
            </a:r>
            <a:r>
              <a:rPr lang="en" sz="1700" b="1">
                <a:solidFill>
                  <a:srgbClr val="0000FF"/>
                </a:solidFill>
                <a:latin typeface="Nunito"/>
                <a:ea typeface="Nunito"/>
                <a:cs typeface="Nunito"/>
                <a:sym typeface="Nunito"/>
              </a:rPr>
              <a:t>else </a:t>
            </a:r>
            <a:r>
              <a:rPr lang="en" sz="1700" b="1">
                <a:solidFill>
                  <a:srgbClr val="000000"/>
                </a:solidFill>
                <a:latin typeface="Nunito"/>
                <a:ea typeface="Nunito"/>
                <a:cs typeface="Nunito"/>
                <a:sym typeface="Nunito"/>
              </a:rPr>
              <a:t>statement defines a block of code that runs when all previous conditions fail, acting as a fallback. Meanwhile, </a:t>
            </a:r>
            <a:r>
              <a:rPr lang="en" sz="1700" b="1">
                <a:solidFill>
                  <a:srgbClr val="0000FF"/>
                </a:solidFill>
                <a:latin typeface="Nunito"/>
                <a:ea typeface="Nunito"/>
                <a:cs typeface="Nunito"/>
                <a:sym typeface="Nunito"/>
              </a:rPr>
              <a:t>elif </a:t>
            </a:r>
            <a:r>
              <a:rPr lang="en" sz="1700" b="1">
                <a:solidFill>
                  <a:srgbClr val="000000"/>
                </a:solidFill>
                <a:latin typeface="Nunito"/>
                <a:ea typeface="Nunito"/>
                <a:cs typeface="Nunito"/>
                <a:sym typeface="Nunito"/>
              </a:rPr>
              <a:t>(short for "else if") allows for additional conditions to be checked after an initial </a:t>
            </a:r>
            <a:r>
              <a:rPr lang="en" sz="1700" b="1">
                <a:solidFill>
                  <a:srgbClr val="0000FF"/>
                </a:solidFill>
                <a:latin typeface="Nunito"/>
                <a:ea typeface="Nunito"/>
                <a:cs typeface="Nunito"/>
                <a:sym typeface="Nunito"/>
              </a:rPr>
              <a:t>if </a:t>
            </a:r>
            <a:r>
              <a:rPr lang="en" sz="1700" b="1">
                <a:solidFill>
                  <a:srgbClr val="000000"/>
                </a:solidFill>
                <a:latin typeface="Nunito"/>
                <a:ea typeface="Nunito"/>
                <a:cs typeface="Nunito"/>
                <a:sym typeface="Nunito"/>
              </a:rPr>
              <a:t>statement, executing the corresponding block of code when its condition is true. </a:t>
            </a:r>
            <a:endParaRPr sz="2300" b="1">
              <a:solidFill>
                <a:srgbClr val="000000"/>
              </a:solidFill>
              <a:latin typeface="Nunito"/>
              <a:ea typeface="Nunito"/>
              <a:cs typeface="Nunito"/>
              <a:sym typeface="Nuni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19"/>
          <p:cNvPicPr preferRelativeResize="0"/>
          <p:nvPr/>
        </p:nvPicPr>
        <p:blipFill>
          <a:blip r:embed="rId3">
            <a:alphaModFix/>
          </a:blip>
          <a:stretch>
            <a:fillRect/>
          </a:stretch>
        </p:blipFill>
        <p:spPr>
          <a:xfrm>
            <a:off x="1060575" y="0"/>
            <a:ext cx="6193626" cy="48215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pic>
        <p:nvPicPr>
          <p:cNvPr id="121" name="Google Shape;121;p20"/>
          <p:cNvPicPr preferRelativeResize="0"/>
          <p:nvPr/>
        </p:nvPicPr>
        <p:blipFill>
          <a:blip r:embed="rId3">
            <a:alphaModFix/>
          </a:blip>
          <a:stretch>
            <a:fillRect/>
          </a:stretch>
        </p:blipFill>
        <p:spPr>
          <a:xfrm>
            <a:off x="1188950" y="270175"/>
            <a:ext cx="6575925" cy="3931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1"/>
          <p:cNvSpPr txBox="1">
            <a:spLocks noGrp="1"/>
          </p:cNvSpPr>
          <p:nvPr>
            <p:ph type="title"/>
          </p:nvPr>
        </p:nvSpPr>
        <p:spPr>
          <a:xfrm>
            <a:off x="54975" y="94225"/>
            <a:ext cx="9054000" cy="1609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600" b="1" u="sng">
                <a:solidFill>
                  <a:srgbClr val="0000FF"/>
                </a:solidFill>
                <a:latin typeface="Playfair Display"/>
                <a:ea typeface="Playfair Display"/>
                <a:cs typeface="Playfair Display"/>
                <a:sym typeface="Playfair Display"/>
              </a:rPr>
              <a:t>Using if Statements with Lists</a:t>
            </a:r>
            <a:endParaRPr sz="2400" b="1" u="sng">
              <a:solidFill>
                <a:srgbClr val="0000FF"/>
              </a:solidFill>
              <a:latin typeface="Playfair Display"/>
              <a:ea typeface="Playfair Display"/>
              <a:cs typeface="Playfair Display"/>
              <a:sym typeface="Playfair Display"/>
            </a:endParaRPr>
          </a:p>
          <a:p>
            <a:pPr marL="0" lvl="0" indent="0" algn="l" rtl="0">
              <a:spcBef>
                <a:spcPts val="0"/>
              </a:spcBef>
              <a:spcAft>
                <a:spcPts val="0"/>
              </a:spcAft>
              <a:buNone/>
            </a:pPr>
            <a:endParaRPr sz="100" b="1">
              <a:solidFill>
                <a:srgbClr val="000000"/>
              </a:solidFill>
              <a:latin typeface="Nunito"/>
              <a:ea typeface="Nunito"/>
              <a:cs typeface="Nunito"/>
              <a:sym typeface="Nunito"/>
            </a:endParaRPr>
          </a:p>
          <a:p>
            <a:pPr marL="0" lvl="0" indent="0" algn="l" rtl="0">
              <a:spcBef>
                <a:spcPts val="0"/>
              </a:spcBef>
              <a:spcAft>
                <a:spcPts val="0"/>
              </a:spcAft>
              <a:buNone/>
            </a:pPr>
            <a:endParaRPr sz="266" b="1">
              <a:solidFill>
                <a:srgbClr val="000000"/>
              </a:solidFill>
              <a:latin typeface="Nunito"/>
              <a:ea typeface="Nunito"/>
              <a:cs typeface="Nunito"/>
              <a:sym typeface="Nunito"/>
            </a:endParaRPr>
          </a:p>
          <a:p>
            <a:pPr marL="0" lvl="0" indent="0" algn="l" rtl="0">
              <a:spcBef>
                <a:spcPts val="0"/>
              </a:spcBef>
              <a:spcAft>
                <a:spcPts val="0"/>
              </a:spcAft>
              <a:buNone/>
            </a:pPr>
            <a:r>
              <a:rPr lang="en" sz="1700" b="1">
                <a:solidFill>
                  <a:srgbClr val="000000"/>
                </a:solidFill>
                <a:latin typeface="Nunito"/>
                <a:ea typeface="Nunito"/>
                <a:cs typeface="Nunito"/>
                <a:sym typeface="Nunito"/>
              </a:rPr>
              <a:t>How can you use </a:t>
            </a:r>
            <a:r>
              <a:rPr lang="en" sz="1700" b="1">
                <a:solidFill>
                  <a:srgbClr val="0000FF"/>
                </a:solidFill>
                <a:latin typeface="Nunito"/>
                <a:ea typeface="Nunito"/>
                <a:cs typeface="Nunito"/>
                <a:sym typeface="Nunito"/>
              </a:rPr>
              <a:t>if </a:t>
            </a:r>
            <a:r>
              <a:rPr lang="en" sz="1700" b="1">
                <a:solidFill>
                  <a:srgbClr val="000000"/>
                </a:solidFill>
                <a:latin typeface="Nunito"/>
                <a:ea typeface="Nunito"/>
                <a:cs typeface="Nunito"/>
                <a:sym typeface="Nunito"/>
              </a:rPr>
              <a:t>statements with lists to check for special items (e.g., discounts), handle situations where a shopping cart is empty, and ensure that only available items from a store's inventory are purchased?</a:t>
            </a:r>
            <a:endParaRPr sz="2500" b="1">
              <a:solidFill>
                <a:srgbClr val="000000"/>
              </a:solidFill>
              <a:latin typeface="Nunito"/>
              <a:ea typeface="Nunito"/>
              <a:cs typeface="Nunito"/>
              <a:sym typeface="Nunito"/>
            </a:endParaRPr>
          </a:p>
        </p:txBody>
      </p:sp>
      <p:pic>
        <p:nvPicPr>
          <p:cNvPr id="127" name="Google Shape;127;p21"/>
          <p:cNvPicPr preferRelativeResize="0"/>
          <p:nvPr/>
        </p:nvPicPr>
        <p:blipFill>
          <a:blip r:embed="rId3">
            <a:alphaModFix/>
          </a:blip>
          <a:stretch>
            <a:fillRect/>
          </a:stretch>
        </p:blipFill>
        <p:spPr>
          <a:xfrm>
            <a:off x="254475" y="1777975"/>
            <a:ext cx="8515350" cy="2857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pic>
        <p:nvPicPr>
          <p:cNvPr id="132" name="Google Shape;132;p22"/>
          <p:cNvPicPr preferRelativeResize="0"/>
          <p:nvPr/>
        </p:nvPicPr>
        <p:blipFill>
          <a:blip r:embed="rId3">
            <a:alphaModFix/>
          </a:blip>
          <a:stretch>
            <a:fillRect/>
          </a:stretch>
        </p:blipFill>
        <p:spPr>
          <a:xfrm>
            <a:off x="1102550" y="97425"/>
            <a:ext cx="6740937" cy="4838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23"/>
          <p:cNvPicPr preferRelativeResize="0"/>
          <p:nvPr/>
        </p:nvPicPr>
        <p:blipFill>
          <a:blip r:embed="rId3">
            <a:alphaModFix/>
          </a:blip>
          <a:stretch>
            <a:fillRect/>
          </a:stretch>
        </p:blipFill>
        <p:spPr>
          <a:xfrm>
            <a:off x="105300" y="615725"/>
            <a:ext cx="8839199" cy="303790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4"/>
          <p:cNvSpPr txBox="1">
            <a:spLocks noGrp="1"/>
          </p:cNvSpPr>
          <p:nvPr>
            <p:ph type="title"/>
          </p:nvPr>
        </p:nvSpPr>
        <p:spPr>
          <a:xfrm>
            <a:off x="62825" y="54975"/>
            <a:ext cx="9030600" cy="4986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700" b="1" u="sng">
                <a:solidFill>
                  <a:srgbClr val="0000FF"/>
                </a:solidFill>
                <a:latin typeface="Playfair Display"/>
                <a:ea typeface="Playfair Display"/>
                <a:cs typeface="Playfair Display"/>
                <a:sym typeface="Playfair Display"/>
              </a:rPr>
              <a:t>Styling Your if Statements</a:t>
            </a:r>
            <a:endParaRPr sz="2700" b="1" u="sng">
              <a:solidFill>
                <a:srgbClr val="0000FF"/>
              </a:solidFill>
              <a:latin typeface="Playfair Display"/>
              <a:ea typeface="Playfair Display"/>
              <a:cs typeface="Playfair Display"/>
              <a:sym typeface="Playfair Display"/>
            </a:endParaRPr>
          </a:p>
          <a:p>
            <a:pPr marL="0" lvl="0" indent="0" algn="l" rtl="0">
              <a:spcBef>
                <a:spcPts val="0"/>
              </a:spcBef>
              <a:spcAft>
                <a:spcPts val="0"/>
              </a:spcAft>
              <a:buNone/>
            </a:pPr>
            <a:endParaRPr sz="400" b="1">
              <a:solidFill>
                <a:srgbClr val="000000"/>
              </a:solidFill>
              <a:latin typeface="Nunito"/>
              <a:ea typeface="Nunito"/>
              <a:cs typeface="Nunito"/>
              <a:sym typeface="Nunito"/>
            </a:endParaRPr>
          </a:p>
          <a:p>
            <a:pPr marL="0" lvl="0" indent="0" algn="l" rtl="0">
              <a:spcBef>
                <a:spcPts val="0"/>
              </a:spcBef>
              <a:spcAft>
                <a:spcPts val="0"/>
              </a:spcAft>
              <a:buNone/>
            </a:pPr>
            <a:r>
              <a:rPr lang="en" sz="1900" b="1">
                <a:solidFill>
                  <a:srgbClr val="000000"/>
                </a:solidFill>
                <a:latin typeface="Nunito"/>
                <a:ea typeface="Nunito"/>
                <a:cs typeface="Nunito"/>
                <a:sym typeface="Nunito"/>
              </a:rPr>
              <a:t>In every example in this chapter, you’ve seen good styling habits. The only</a:t>
            </a:r>
            <a:endParaRPr sz="1900" b="1">
              <a:solidFill>
                <a:srgbClr val="000000"/>
              </a:solidFill>
              <a:latin typeface="Nunito"/>
              <a:ea typeface="Nunito"/>
              <a:cs typeface="Nunito"/>
              <a:sym typeface="Nunito"/>
            </a:endParaRPr>
          </a:p>
          <a:p>
            <a:pPr marL="0" lvl="0" indent="0" algn="l" rtl="0">
              <a:spcBef>
                <a:spcPts val="0"/>
              </a:spcBef>
              <a:spcAft>
                <a:spcPts val="0"/>
              </a:spcAft>
              <a:buNone/>
            </a:pPr>
            <a:r>
              <a:rPr lang="en" sz="1900" b="1">
                <a:solidFill>
                  <a:srgbClr val="000000"/>
                </a:solidFill>
                <a:latin typeface="Nunito"/>
                <a:ea typeface="Nunito"/>
                <a:cs typeface="Nunito"/>
                <a:sym typeface="Nunito"/>
              </a:rPr>
              <a:t>recommendation PEP 8 provides for styling conditional tests is to use a</a:t>
            </a:r>
            <a:endParaRPr sz="1900" b="1">
              <a:solidFill>
                <a:srgbClr val="000000"/>
              </a:solidFill>
              <a:latin typeface="Nunito"/>
              <a:ea typeface="Nunito"/>
              <a:cs typeface="Nunito"/>
              <a:sym typeface="Nunito"/>
            </a:endParaRPr>
          </a:p>
          <a:p>
            <a:pPr marL="0" lvl="0" indent="0" algn="l" rtl="0">
              <a:spcBef>
                <a:spcPts val="0"/>
              </a:spcBef>
              <a:spcAft>
                <a:spcPts val="0"/>
              </a:spcAft>
              <a:buNone/>
            </a:pPr>
            <a:r>
              <a:rPr lang="en" sz="1900" b="1">
                <a:solidFill>
                  <a:srgbClr val="000000"/>
                </a:solidFill>
                <a:latin typeface="Nunito"/>
                <a:ea typeface="Nunito"/>
                <a:cs typeface="Nunito"/>
                <a:sym typeface="Nunito"/>
              </a:rPr>
              <a:t>single space around comparison operators, such as ==, &gt;=, &lt;=. For example:</a:t>
            </a:r>
            <a:endParaRPr sz="1900" b="1">
              <a:solidFill>
                <a:srgbClr val="000000"/>
              </a:solidFill>
              <a:latin typeface="Nunito"/>
              <a:ea typeface="Nunito"/>
              <a:cs typeface="Nunito"/>
              <a:sym typeface="Nunito"/>
            </a:endParaRPr>
          </a:p>
          <a:p>
            <a:pPr marL="0" lvl="0" indent="0" algn="l" rtl="0">
              <a:spcBef>
                <a:spcPts val="0"/>
              </a:spcBef>
              <a:spcAft>
                <a:spcPts val="0"/>
              </a:spcAft>
              <a:buNone/>
            </a:pPr>
            <a:endParaRPr sz="1900" b="1">
              <a:solidFill>
                <a:srgbClr val="000000"/>
              </a:solidFill>
              <a:latin typeface="Nunito"/>
              <a:ea typeface="Nunito"/>
              <a:cs typeface="Nunito"/>
              <a:sym typeface="Nunito"/>
            </a:endParaRPr>
          </a:p>
          <a:p>
            <a:pPr marL="0" lvl="0" indent="0" algn="l" rtl="0">
              <a:spcBef>
                <a:spcPts val="0"/>
              </a:spcBef>
              <a:spcAft>
                <a:spcPts val="0"/>
              </a:spcAft>
              <a:buNone/>
            </a:pPr>
            <a:endParaRPr sz="1900" b="1">
              <a:solidFill>
                <a:srgbClr val="000000"/>
              </a:solidFill>
              <a:latin typeface="Nunito"/>
              <a:ea typeface="Nunito"/>
              <a:cs typeface="Nunito"/>
              <a:sym typeface="Nunito"/>
            </a:endParaRPr>
          </a:p>
          <a:p>
            <a:pPr marL="0" lvl="0" indent="0" algn="l" rtl="0">
              <a:spcBef>
                <a:spcPts val="0"/>
              </a:spcBef>
              <a:spcAft>
                <a:spcPts val="0"/>
              </a:spcAft>
              <a:buNone/>
            </a:pPr>
            <a:endParaRPr sz="1900" b="1">
              <a:solidFill>
                <a:srgbClr val="000000"/>
              </a:solidFill>
              <a:latin typeface="Nunito"/>
              <a:ea typeface="Nunito"/>
              <a:cs typeface="Nunito"/>
              <a:sym typeface="Nunito"/>
            </a:endParaRPr>
          </a:p>
          <a:p>
            <a:pPr marL="0" lvl="0" indent="0" algn="l" rtl="0">
              <a:spcBef>
                <a:spcPts val="0"/>
              </a:spcBef>
              <a:spcAft>
                <a:spcPts val="0"/>
              </a:spcAft>
              <a:buNone/>
            </a:pPr>
            <a:endParaRPr sz="1900" b="1">
              <a:solidFill>
                <a:srgbClr val="000000"/>
              </a:solidFill>
              <a:latin typeface="Nunito"/>
              <a:ea typeface="Nunito"/>
              <a:cs typeface="Nunito"/>
              <a:sym typeface="Nunito"/>
            </a:endParaRPr>
          </a:p>
          <a:p>
            <a:pPr marL="0" lvl="0" indent="0" algn="l" rtl="0">
              <a:spcBef>
                <a:spcPts val="0"/>
              </a:spcBef>
              <a:spcAft>
                <a:spcPts val="0"/>
              </a:spcAft>
              <a:buNone/>
            </a:pPr>
            <a:endParaRPr sz="1900" b="1">
              <a:solidFill>
                <a:srgbClr val="000000"/>
              </a:solidFill>
              <a:latin typeface="Nunito"/>
              <a:ea typeface="Nunito"/>
              <a:cs typeface="Nunito"/>
              <a:sym typeface="Nunito"/>
            </a:endParaRPr>
          </a:p>
          <a:p>
            <a:pPr marL="0" lvl="0" indent="0" algn="l" rtl="0">
              <a:spcBef>
                <a:spcPts val="0"/>
              </a:spcBef>
              <a:spcAft>
                <a:spcPts val="0"/>
              </a:spcAft>
              <a:buNone/>
            </a:pPr>
            <a:endParaRPr sz="1900" b="1">
              <a:solidFill>
                <a:srgbClr val="000000"/>
              </a:solidFill>
              <a:latin typeface="Nunito"/>
              <a:ea typeface="Nunito"/>
              <a:cs typeface="Nunito"/>
              <a:sym typeface="Nunito"/>
            </a:endParaRPr>
          </a:p>
          <a:p>
            <a:pPr marL="0" lvl="0" indent="0" algn="l" rtl="0">
              <a:spcBef>
                <a:spcPts val="0"/>
              </a:spcBef>
              <a:spcAft>
                <a:spcPts val="0"/>
              </a:spcAft>
              <a:buNone/>
            </a:pPr>
            <a:endParaRPr sz="1900" b="1">
              <a:solidFill>
                <a:srgbClr val="000000"/>
              </a:solidFill>
              <a:latin typeface="Nunito"/>
              <a:ea typeface="Nunito"/>
              <a:cs typeface="Nunito"/>
              <a:sym typeface="Nunito"/>
            </a:endParaRPr>
          </a:p>
          <a:p>
            <a:pPr marL="0" lvl="0" indent="0" algn="l" rtl="0">
              <a:spcBef>
                <a:spcPts val="0"/>
              </a:spcBef>
              <a:spcAft>
                <a:spcPts val="0"/>
              </a:spcAft>
              <a:buNone/>
            </a:pPr>
            <a:r>
              <a:rPr lang="en" sz="1900" b="1">
                <a:solidFill>
                  <a:srgbClr val="000000"/>
                </a:solidFill>
                <a:latin typeface="Nunito"/>
                <a:ea typeface="Nunito"/>
                <a:cs typeface="Nunito"/>
                <a:sym typeface="Nunito"/>
              </a:rPr>
              <a:t>Such spacing does not affect the way Python interprets your code; it just</a:t>
            </a:r>
            <a:endParaRPr sz="1900" b="1">
              <a:solidFill>
                <a:srgbClr val="000000"/>
              </a:solidFill>
              <a:latin typeface="Nunito"/>
              <a:ea typeface="Nunito"/>
              <a:cs typeface="Nunito"/>
              <a:sym typeface="Nunito"/>
            </a:endParaRPr>
          </a:p>
          <a:p>
            <a:pPr marL="0" lvl="0" indent="0" algn="l" rtl="0">
              <a:spcBef>
                <a:spcPts val="0"/>
              </a:spcBef>
              <a:spcAft>
                <a:spcPts val="0"/>
              </a:spcAft>
              <a:buNone/>
            </a:pPr>
            <a:r>
              <a:rPr lang="en" sz="1900" b="1">
                <a:solidFill>
                  <a:srgbClr val="000000"/>
                </a:solidFill>
                <a:latin typeface="Nunito"/>
                <a:ea typeface="Nunito"/>
                <a:cs typeface="Nunito"/>
                <a:sym typeface="Nunito"/>
              </a:rPr>
              <a:t>makes your code easier for you and others to read.</a:t>
            </a:r>
            <a:endParaRPr sz="1900" b="1">
              <a:solidFill>
                <a:srgbClr val="000000"/>
              </a:solidFill>
              <a:latin typeface="Nunito"/>
              <a:ea typeface="Nunito"/>
              <a:cs typeface="Nunito"/>
              <a:sym typeface="Nunito"/>
            </a:endParaRPr>
          </a:p>
        </p:txBody>
      </p:sp>
      <p:pic>
        <p:nvPicPr>
          <p:cNvPr id="143" name="Google Shape;143;p24"/>
          <p:cNvPicPr preferRelativeResize="0"/>
          <p:nvPr/>
        </p:nvPicPr>
        <p:blipFill>
          <a:blip r:embed="rId3">
            <a:alphaModFix/>
          </a:blip>
          <a:stretch>
            <a:fillRect/>
          </a:stretch>
        </p:blipFill>
        <p:spPr>
          <a:xfrm>
            <a:off x="168178" y="1644325"/>
            <a:ext cx="6647950" cy="16192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5"/>
          <p:cNvSpPr txBox="1">
            <a:spLocks noGrp="1"/>
          </p:cNvSpPr>
          <p:nvPr>
            <p:ph type="title"/>
          </p:nvPr>
        </p:nvSpPr>
        <p:spPr>
          <a:xfrm>
            <a:off x="102075" y="141350"/>
            <a:ext cx="8920800" cy="3266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u="sng" dirty="0">
                <a:solidFill>
                  <a:srgbClr val="0000FF"/>
                </a:solidFill>
                <a:latin typeface="Playfair Display"/>
                <a:ea typeface="Playfair Display"/>
                <a:cs typeface="Playfair Display"/>
                <a:sym typeface="Playfair Display"/>
              </a:rPr>
              <a:t>Practice Exercises</a:t>
            </a:r>
            <a:endParaRPr b="1" u="sng" dirty="0">
              <a:solidFill>
                <a:srgbClr val="0000FF"/>
              </a:solidFill>
              <a:latin typeface="Playfair Display"/>
              <a:ea typeface="Playfair Display"/>
              <a:cs typeface="Playfair Display"/>
              <a:sym typeface="Playfair Display"/>
            </a:endParaRPr>
          </a:p>
          <a:p>
            <a:pPr marL="0" lvl="0" indent="0" algn="l" rtl="0">
              <a:spcBef>
                <a:spcPts val="0"/>
              </a:spcBef>
              <a:spcAft>
                <a:spcPts val="0"/>
              </a:spcAft>
              <a:buNone/>
            </a:pPr>
            <a:endParaRPr sz="1400" b="1" u="sng" dirty="0">
              <a:solidFill>
                <a:srgbClr val="0000FF"/>
              </a:solidFill>
            </a:endParaRPr>
          </a:p>
          <a:p>
            <a:pPr marL="0" lvl="0" indent="0" algn="l" rtl="0">
              <a:spcBef>
                <a:spcPts val="0"/>
              </a:spcBef>
              <a:spcAft>
                <a:spcPts val="0"/>
              </a:spcAft>
              <a:buNone/>
            </a:pPr>
            <a:r>
              <a:rPr lang="en" sz="2800" b="1" dirty="0">
                <a:solidFill>
                  <a:srgbClr val="000000"/>
                </a:solidFill>
                <a:latin typeface="Nunito"/>
                <a:ea typeface="Nunito"/>
                <a:cs typeface="Nunito"/>
                <a:sym typeface="Nunito"/>
              </a:rPr>
              <a:t>Do the following</a:t>
            </a:r>
            <a:r>
              <a:rPr lang="en" sz="2800" b="1" dirty="0">
                <a:solidFill>
                  <a:srgbClr val="0000FF"/>
                </a:solidFill>
                <a:latin typeface="Nunito"/>
                <a:ea typeface="Nunito"/>
                <a:cs typeface="Nunito"/>
                <a:sym typeface="Nunito"/>
              </a:rPr>
              <a:t> TRY IT YOURSELF </a:t>
            </a:r>
            <a:r>
              <a:rPr lang="en" sz="2800" b="1" dirty="0">
                <a:solidFill>
                  <a:srgbClr val="000000"/>
                </a:solidFill>
                <a:latin typeface="Nunito"/>
                <a:ea typeface="Nunito"/>
                <a:cs typeface="Nunito"/>
                <a:sym typeface="Nunito"/>
              </a:rPr>
              <a:t>on pages: </a:t>
            </a:r>
            <a:endParaRPr sz="2800" b="1" dirty="0">
              <a:solidFill>
                <a:srgbClr val="000000"/>
              </a:solidFill>
              <a:latin typeface="Nunito"/>
              <a:ea typeface="Nunito"/>
              <a:cs typeface="Nunito"/>
              <a:sym typeface="Nunito"/>
            </a:endParaRPr>
          </a:p>
          <a:p>
            <a:pPr marL="457200" lvl="0" indent="-387350" algn="l" rtl="0">
              <a:spcBef>
                <a:spcPts val="0"/>
              </a:spcBef>
              <a:spcAft>
                <a:spcPts val="0"/>
              </a:spcAft>
              <a:buClr>
                <a:srgbClr val="000000"/>
              </a:buClr>
              <a:buSzPts val="2500"/>
              <a:buFont typeface="Nunito"/>
              <a:buChar char="●"/>
            </a:pPr>
            <a:r>
              <a:rPr lang="en-US" sz="2800" b="1" dirty="0">
                <a:solidFill>
                  <a:srgbClr val="000000"/>
                </a:solidFill>
                <a:latin typeface="Nunito"/>
                <a:ea typeface="Nunito"/>
                <a:cs typeface="Nunito"/>
                <a:sym typeface="Nunito"/>
              </a:rPr>
              <a:t>77</a:t>
            </a:r>
            <a:endParaRPr sz="2800" b="1" dirty="0">
              <a:solidFill>
                <a:srgbClr val="000000"/>
              </a:solidFill>
              <a:latin typeface="Nunito"/>
              <a:ea typeface="Nunito"/>
              <a:cs typeface="Nunito"/>
              <a:sym typeface="Nunito"/>
            </a:endParaRPr>
          </a:p>
          <a:p>
            <a:pPr marL="457200" lvl="0" indent="-387350" algn="l" rtl="0">
              <a:spcBef>
                <a:spcPts val="0"/>
              </a:spcBef>
              <a:spcAft>
                <a:spcPts val="0"/>
              </a:spcAft>
              <a:buClr>
                <a:srgbClr val="000000"/>
              </a:buClr>
              <a:buSzPts val="2500"/>
              <a:buFont typeface="Nunito"/>
              <a:buChar char="●"/>
            </a:pPr>
            <a:r>
              <a:rPr lang="en" sz="2800" b="1" dirty="0">
                <a:solidFill>
                  <a:srgbClr val="000000"/>
                </a:solidFill>
                <a:latin typeface="Nunito"/>
                <a:ea typeface="Nunito"/>
                <a:cs typeface="Nunito"/>
                <a:sym typeface="Nunito"/>
              </a:rPr>
              <a:t>84</a:t>
            </a:r>
            <a:endParaRPr sz="2800" b="1" dirty="0">
              <a:solidFill>
                <a:srgbClr val="000000"/>
              </a:solidFill>
              <a:latin typeface="Nunito"/>
              <a:ea typeface="Nunito"/>
              <a:cs typeface="Nunito"/>
              <a:sym typeface="Nunito"/>
            </a:endParaRPr>
          </a:p>
          <a:p>
            <a:pPr marL="457200" lvl="0" indent="-387350" algn="l" rtl="0">
              <a:spcBef>
                <a:spcPts val="0"/>
              </a:spcBef>
              <a:spcAft>
                <a:spcPts val="0"/>
              </a:spcAft>
              <a:buClr>
                <a:srgbClr val="000000"/>
              </a:buClr>
              <a:buSzPts val="2500"/>
              <a:buFont typeface="Nunito"/>
              <a:buChar char="●"/>
            </a:pPr>
            <a:r>
              <a:rPr lang="en" sz="2800" b="1" dirty="0">
                <a:solidFill>
                  <a:srgbClr val="000000"/>
                </a:solidFill>
                <a:latin typeface="Nunito"/>
                <a:ea typeface="Nunito"/>
                <a:cs typeface="Nunito"/>
                <a:sym typeface="Nunito"/>
              </a:rPr>
              <a:t>88</a:t>
            </a:r>
            <a:endParaRPr sz="2800" b="1" dirty="0">
              <a:solidFill>
                <a:srgbClr val="000000"/>
              </a:solidFill>
              <a:latin typeface="Nunito"/>
              <a:ea typeface="Nunito"/>
              <a:cs typeface="Nunito"/>
              <a:sym typeface="Nunito"/>
            </a:endParaRPr>
          </a:p>
          <a:p>
            <a:pPr marL="457200" lvl="0" indent="-387350" algn="l" rtl="0">
              <a:spcBef>
                <a:spcPts val="0"/>
              </a:spcBef>
              <a:spcAft>
                <a:spcPts val="0"/>
              </a:spcAft>
              <a:buClr>
                <a:srgbClr val="000000"/>
              </a:buClr>
              <a:buSzPts val="2500"/>
              <a:buFont typeface="Nunito"/>
              <a:buChar char="●"/>
            </a:pPr>
            <a:r>
              <a:rPr lang="en" sz="2800" b="1">
                <a:solidFill>
                  <a:srgbClr val="000000"/>
                </a:solidFill>
                <a:latin typeface="Nunito"/>
                <a:ea typeface="Nunito"/>
                <a:cs typeface="Nunito"/>
                <a:sym typeface="Nunito"/>
              </a:rPr>
              <a:t>89</a:t>
            </a:r>
            <a:endParaRPr sz="2800" b="1" dirty="0">
              <a:solidFill>
                <a:srgbClr val="000000"/>
              </a:solidFill>
              <a:latin typeface="Nunito"/>
              <a:ea typeface="Nunito"/>
              <a:cs typeface="Nunito"/>
              <a:sym typeface="Nuni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6"/>
          <p:cNvSpPr txBox="1">
            <a:spLocks noGrp="1"/>
          </p:cNvSpPr>
          <p:nvPr>
            <p:ph type="ctrTitle"/>
          </p:nvPr>
        </p:nvSpPr>
        <p:spPr>
          <a:xfrm>
            <a:off x="1014300" y="100150"/>
            <a:ext cx="7404600" cy="39948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4200"/>
              <a:buNone/>
            </a:pPr>
            <a:r>
              <a:rPr lang="en" sz="6000" b="1">
                <a:latin typeface="Playfair Display"/>
                <a:ea typeface="Playfair Display"/>
                <a:cs typeface="Playfair Display"/>
                <a:sym typeface="Playfair Display"/>
              </a:rPr>
              <a:t>End </a:t>
            </a:r>
            <a:endParaRPr sz="6000" b="1">
              <a:latin typeface="Playfair Display"/>
              <a:ea typeface="Playfair Display"/>
              <a:cs typeface="Playfair Display"/>
              <a:sym typeface="Playfair Display"/>
            </a:endParaRPr>
          </a:p>
          <a:p>
            <a:pPr marL="0" lvl="0" indent="0" algn="ctr" rtl="0">
              <a:lnSpc>
                <a:spcPct val="100000"/>
              </a:lnSpc>
              <a:spcBef>
                <a:spcPts val="0"/>
              </a:spcBef>
              <a:spcAft>
                <a:spcPts val="0"/>
              </a:spcAft>
              <a:buSzPts val="4200"/>
              <a:buNone/>
            </a:pPr>
            <a:r>
              <a:rPr lang="en" sz="6000" b="1">
                <a:latin typeface="Playfair Display"/>
                <a:ea typeface="Playfair Display"/>
                <a:cs typeface="Playfair Display"/>
                <a:sym typeface="Playfair Display"/>
              </a:rPr>
              <a:t>Of </a:t>
            </a:r>
            <a:endParaRPr sz="6000" b="1">
              <a:latin typeface="Playfair Display"/>
              <a:ea typeface="Playfair Display"/>
              <a:cs typeface="Playfair Display"/>
              <a:sym typeface="Playfair Display"/>
            </a:endParaRPr>
          </a:p>
          <a:p>
            <a:pPr marL="0" lvl="0" indent="0" algn="ctr" rtl="0">
              <a:lnSpc>
                <a:spcPct val="100000"/>
              </a:lnSpc>
              <a:spcBef>
                <a:spcPts val="0"/>
              </a:spcBef>
              <a:spcAft>
                <a:spcPts val="0"/>
              </a:spcAft>
              <a:buSzPts val="4200"/>
              <a:buNone/>
            </a:pPr>
            <a:r>
              <a:rPr lang="en" sz="6000" b="1">
                <a:latin typeface="Playfair Display"/>
                <a:ea typeface="Playfair Display"/>
                <a:cs typeface="Playfair Display"/>
                <a:sym typeface="Playfair Display"/>
              </a:rPr>
              <a:t>Chapter 5</a:t>
            </a:r>
            <a:r>
              <a:rPr lang="en"/>
              <a:t> </a:t>
            </a:r>
            <a:endParaRPr/>
          </a:p>
        </p:txBody>
      </p:sp>
      <p:pic>
        <p:nvPicPr>
          <p:cNvPr id="154" name="Google Shape;154;p26"/>
          <p:cNvPicPr preferRelativeResize="0"/>
          <p:nvPr/>
        </p:nvPicPr>
        <p:blipFill rotWithShape="1">
          <a:blip r:embed="rId3">
            <a:alphaModFix/>
          </a:blip>
          <a:srcRect/>
          <a:stretch/>
        </p:blipFill>
        <p:spPr>
          <a:xfrm>
            <a:off x="273013" y="259463"/>
            <a:ext cx="2143125" cy="2143125"/>
          </a:xfrm>
          <a:prstGeom prst="rect">
            <a:avLst/>
          </a:prstGeom>
          <a:noFill/>
          <a:ln>
            <a:noFill/>
          </a:ln>
        </p:spPr>
      </p:pic>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558</Words>
  <Application>Microsoft Office PowerPoint</Application>
  <PresentationFormat>On-screen Show (16:9)</PresentationFormat>
  <Paragraphs>41</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Nunito</vt:lpstr>
      <vt:lpstr>Playfair Display</vt:lpstr>
      <vt:lpstr>Roboto</vt:lpstr>
      <vt:lpstr>Arial</vt:lpstr>
      <vt:lpstr>Geometric</vt:lpstr>
      <vt:lpstr>PowerPoint Presentation</vt:lpstr>
      <vt:lpstr>Chapter 5 IF STATEMENTS  Brief Summary of Chapter 5 Chapter 5 focuses on if statements, a fundamental tool used to control the flow of a program based on conditions. It covers conditional tests, where comparisons between values determine whether specific actions should be executed. The chapter explores different types of if statements such as simple if statements, if-else statements, and if-elif-else chains to handle multiple decision-making scenarios. The chapter also explains how to use if statements with lists, including checking for special items, empty lists, and validating user input. Additionally, it emphasizes styling practices, such as proper spacing around comparison operators to enhance code readability.</vt:lpstr>
      <vt:lpstr>A Simple Example An if statement allows the program to evaluate an expression, known as a conditional test, which can either be True or False. If the condition is true, the code block inside the if statement will run; otherwise, it will be skipped. The most basic conditional test is checking for equality using the == operator to compare two values and verify if they are equal. On the other hand, checking for inequality uses the != operator to determine if two values are not equal.  The section also covers numerical comparisons, where you can check if a number is less than (&lt;), greater than (&gt;), or equal to (==) another number. Additionally, you can check multiple conditions using and and or. The and operator requires all conditions to be true, while or passes if at least one condition is true. Another important concept is checking whether a value exists in a list using the in keyword, which checks if a value is present in a list, while not in checks if a value is absent. Finally, the section introduces Boolean expressions, which are conditions that could either be True or False, controlling the flow of the program.</vt:lpstr>
      <vt:lpstr>Python Script</vt:lpstr>
      <vt:lpstr>Test in Python Shell</vt:lpstr>
      <vt:lpstr>Conditional Statements In "Conditional Statements," the else and elif statements help control program flow with multiple conditions. The else statement defines a block of code that runs when all previous conditions fail, acting as a fallback. Meanwhile, elif (short for "else if") allows for additional conditions to be checked after an initial if statement, executing the corresponding block of code when its condition is true. </vt:lpstr>
      <vt:lpstr>PowerPoint Presentation</vt:lpstr>
      <vt:lpstr>PowerPoint Presentation</vt:lpstr>
      <vt:lpstr>Using if Statements with Lists   How can you use if statements with lists to check for special items (e.g., discounts), handle situations where a shopping cart is empty, and ensure that only available items from a store's inventory are purchased?</vt:lpstr>
      <vt:lpstr>PowerPoint Presentation</vt:lpstr>
      <vt:lpstr>PowerPoint Presentation</vt:lpstr>
      <vt:lpstr>Styling Your if Statements  In every example in this chapter, you’ve seen good styling habits. The only recommendation PEP 8 provides for styling conditional tests is to use a single space around comparison operators, such as ==, &gt;=, &lt;=. For example:        Such spacing does not affect the way Python interprets your code; it just makes your code easier for you and others to read.</vt:lpstr>
      <vt:lpstr>Practice Exercises  Do the following TRY IT YOURSELF on pages:  77 84 88 89</vt:lpstr>
      <vt:lpstr>End  Of  Chapter 5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ST MARY'S P/S</cp:lastModifiedBy>
  <cp:revision>1</cp:revision>
  <dcterms:modified xsi:type="dcterms:W3CDTF">2025-01-26T11:17:08Z</dcterms:modified>
</cp:coreProperties>
</file>